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657600" cy="5143500"/>
          </a:xfrm>
          <a:prstGeom prst="rect">
            <a:avLst/>
          </a:prstGeom>
          <a:solidFill>
            <a:srgbClr val="2E4057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Madan → iScholar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C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Lancamento Automatizado de Notas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Tecnica para o Madan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passando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integrados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de codigo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48A81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Resolvemos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Manual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preenche planilha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confere manualmente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Secretario digita nota por nota no iScholar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digitacao passam despercebidos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 do que foi lancado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repetido 3x por ano (trimestres)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8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54864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— Automatizado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padrao com validacao automatica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pedagogicas aplicadas pelo sistema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direto ao iScholar via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bloqueados antes do envio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 por item enviado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obrigatoria antes de qualquer envio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48A81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eliminar erro humano, garantir rastreabilidade e acelerar o lancamento de notas.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Pipeline — Visao Geral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96012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2608" y="13258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99032" y="1280160"/>
            <a:ext cx="960120" cy="1188720"/>
          </a:xfrm>
          <a:prstGeom prst="rect">
            <a:avLst/>
          </a:prstGeom>
          <a:solidFill>
            <a:srgbClr val="2E405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13258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9032" y="16002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59152" y="1600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23744" y="1280160"/>
            <a:ext cx="960120" cy="1188720"/>
          </a:xfrm>
          <a:prstGeom prst="rect">
            <a:avLst/>
          </a:prstGeom>
          <a:solidFill>
            <a:srgbClr val="048A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2032" y="13258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42032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23744" y="16002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Pre-envio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83864" y="1600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48456" y="1280160"/>
            <a:ext cx="960120" cy="118872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66744" y="13258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66744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48456" y="16002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48456" y="3108960"/>
            <a:ext cx="960120" cy="11887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66744" y="31546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66744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48456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23744" y="3108960"/>
            <a:ext cx="960120" cy="11887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42032" y="31546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542032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83864" y="34290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99032" y="3108960"/>
            <a:ext cx="960120" cy="11887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17320" y="31546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173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99032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iScholar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59152" y="34290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74320" y="3108960"/>
            <a:ext cx="960120" cy="11887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" y="3154680"/>
            <a:ext cx="274320" cy="27432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Item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83280" y="2468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48A81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 independente, testavel e auditavel. Nenhuma etapa pode ser pulada.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Oficial da Planilha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planilha segue um modelo fixo. Qualquer coluna faltando bloqueia o processo.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09728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completo do aluno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do Aluno (identifica no iScholar)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Ex: 1A, 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 ou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da disciplina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- Professor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Ex: Matematica - Prof. Silva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AV1 OBJ / AV1 DISC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0-10 (vazio = nao se aplica)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AV2 OBJ / AV2 DISC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0-10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AV3 listas / AV3 aval.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alunos com nivelamento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 / Pt. Extra / Rec.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adicionais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Final / c/ AV3 / s/ 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Auxiliar — nao afeta o envio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228600" cy="1828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0" y="4572000"/>
            <a:ext cx="228600" cy="1828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4572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4572000"/>
            <a:ext cx="22860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 (opcional)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Pedagogicas Implementadas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oficial: "Sistema Avaliativo.pdf" — confirmado para 1a e 2a series.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Pesos por Trimestre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548640"/>
                <a:gridCol w="548640"/>
                <a:gridCol w="54864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T1/T2 sem 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T1/T2 com 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sem 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com AV3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1887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188720"/>
            <a:ext cx="54864" cy="914400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AV3 (Nivelamento)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listas + 30% avaliacao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para alunos com nivelamento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240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4028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Extra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 na coluna AV1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10 (nunca ultrapassa)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918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2918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0 a 10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aplicados pelo iScholar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envia nota bruta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— A confirmar na reuniao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OBJ + DISC se combinam em AV1/AV2 (media simples? ponderada?)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recuperacao (nao mencionada no PDF)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"avaliacao fechada" para ponto extra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3a serie (PDF cobre apenas 1a e 2a)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com a API iScholar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endpoints integrados — autenticados via token + codigo da escola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5486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Funcao no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/aluno/busca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 aluno por RA ou CPF → retorna id_aluno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/matricula/listar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matriculas de um aluno → retorna id_matricula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/matricula/pega_alunos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Fallback: busca alunos por turma com RA + IDs juntos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/disciplinas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todas as disciplinas cadastradas na escola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/funcionarios/professores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todos os professores cadastrados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/diario/notas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notas ja lancadas (reconciliacao/auditoria)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/notas/lanca_nota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Lancamento principal de nota (idempotente)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776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977640"/>
            <a:ext cx="54864" cy="1005840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Padrao da API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"sucesso",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"mensagem":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"dados": ... 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39776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39776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Autenticacao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X-Autorizacao: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 escola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X-Codigo-Escola: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madan_homolog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Resolucao de IDs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fail-closed: na duvida, bloqueia. Nunca infere, nunca adivinha.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828800" cy="8229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buscar_aluno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828800" cy="822960"/>
          </a:xfrm>
          <a:prstGeom prst="rect">
            <a:avLst/>
          </a:prstGeom>
          <a:solidFill>
            <a:srgbClr val="048A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id_aluno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extraido?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1828800" cy="822960"/>
          </a:xfrm>
          <a:prstGeom prst="rect">
            <a:avLst/>
          </a:prstGeom>
          <a:solidFill>
            <a:srgbClr val="2E405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listar_matriculas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(id_aluno)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280160"/>
            <a:ext cx="164592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id_matricula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468880"/>
            <a:ext cx="228600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pega_alunos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 por turma)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201168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encontrar_por_ra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 exato)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id_disciplina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mapa_disciplinas.json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GET /disciplinas)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56616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56616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id_avaliacao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mapa_avaliacoes.json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56616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56616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id_professor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mapa_professores.json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GET /professores)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POSTURA: matricula ambigua → BLOQUEIA | disciplina sem mapa → BLOQUEIA | multiplos matches → BLOQUEIA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 Persistencia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bancos SQLite independentes — leves, portateis, sem servidor externo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4864" cy="2926080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25880"/>
            <a:ext cx="640080" cy="640080"/>
          </a:xfrm>
          <a:prstGeom prst="ellipse">
            <a:avLst/>
          </a:prstGeom>
          <a:solidFill>
            <a:srgbClr val="048A81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aprovacoes_lote.db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lote: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 do lote + hash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Status (aguardando / aprovado / rejeitado)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Quem aprovou e quando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Snapshot congelado do resumo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325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lote_itens.db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aprovados para envio: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Lista exata de lancamentos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Hash de integridade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Garante que so o que foi aprovado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enviado (sem injecao)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1325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envio_lote_audit.db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do envio: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Resultado por item (sucesso/erro)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Payload montado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Resposta da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Erros transitorios marcados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29768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de Design: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ativado | Foreign keys habilitadas | Suporte a :memory: para testes | UPSERT com ON CONFLICT | Hash de integridade em todos os stores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Tecnicas e Filosofia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(nunca adivinha)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ha duvida, o sistema bloqueia e reporta. Nunca infere IDs, nunca desempata automaticamente, nunca assume que a nota esta certa se o mapeamento nao existe.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54864" cy="1143000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Auditavel por Item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enviada tem rastreabilidade completa: de qual linha da planilha veio, qual ID foi resolvido, qual payload foi montado, qual foi a resposta da API.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Humana Obrigatoria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nota e enviada sem aprovacao explicita do operador. O lote inteiro precisa ser revisado e aprovado antes de qualquer POST ao iScholar.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86000"/>
            <a:ext cx="54864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no Envio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endpoint /notas/lanca_nota e idempotente por contrato. Reenviar o mesmo lancamento nao duplica a nota. O sistema verifica via hash de conteudo.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6616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Separacao Clara: Regras vs Codigo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pedagogicas ficam em avaliacao_rules.py, isoladas do HTTP, do banco e da CLI. Podem ser testadas e alteradas independentemente.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566160"/>
            <a:ext cx="54864" cy="1143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antes de Tudo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pode rodar o pipeline inteiro sem enviar nada ao iScholar. Valida planilha, resolve IDs, monta payloads — mas nao faz POST real.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Codigo — 15+ Modulos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8A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cli_envio.py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Orquestrador principal (entrypoint)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8A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madan_planilha_mapper.py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Normalizacao de colunas e 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8A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avaliacao_rules.py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pedagogicas isoladas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8A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transformador.py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wide → lancamentos canonicos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8A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validacao_pre_envio.py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Qualificacao pre-envio com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aprovacao_lote.py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Resumo, elegibilidade, aprovacao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aprovacao_lote_store.py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do estado do lote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lote_itens_store.py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dos itens aprovados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resolvedor_ids_ischolar.py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Resolucao hibrida: API + DE-PARA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ischolar_client.py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HTTP (7 endpoints, 7 dataclasses)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envio_lote.py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 item a item com rastreabilidade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envio_lote_audit_store.py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por item (SQLite)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alertas.py, logger.py, descobrir_ids_ischolar.py, .env.example, mapas JSON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 — 265 Testes Automatizados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8288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falhas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097280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"/>
                <a:gridCol w="3566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testa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test_resolvedor_ids_ischolar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Resolucao de IDs, mapas, fail-closed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teste_envio_lote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Envio, auditoria, dry-run, aprovacao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test_novos_endpoints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endpoints, envelope, coercao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test_avaliacao_rules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pedagogicas, pesos, notas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test_validacao_pre_envio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Validacao pre-envio, duplicidade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test_madan_planilha_mapper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Template, colunas, aliases, 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test_worker_retry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legado (compatibilidade)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test_transformador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Transformacao canonica, 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test_cli_envio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completo, exit codes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Outros (5 suites)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Alertas, snapshots, jobs,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testes cobrem: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obrigatorio no template e schema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Resolucao e fallback de id_matricula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'dados' da API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do CLI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e rejeicao de lote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sem POST real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Operacional — Como Usar o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2344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Planilha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template oficial com todas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colunas obrigatorias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234440"/>
            <a:ext cx="594360" cy="594360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cli_envio.py --dry-run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tudo sem enviar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1234440"/>
            <a:ext cx="594360" cy="594360"/>
          </a:xfrm>
          <a:prstGeom prst="ellipse">
            <a:avLst/>
          </a:prstGeom>
          <a:solidFill>
            <a:srgbClr val="048A8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Erros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mostra exatamente o 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errado e onde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80160" y="31546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Lote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revisa resumo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explicitamente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3154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37560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3756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envia nota por nota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iScholar via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315468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 disponivel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item enviado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71323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 concluido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54864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e Testado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fixo com validacao automatica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Transformacao canonica com RA no schema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pedagogicas (pesos, AV3, ponto extra)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 pre-envio com issues bloqueantes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manual do lote com snapshot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iScholar com 7 endpoints + dataclasses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Resolucao hibrida de IDs com fallback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item com dry-run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stores SQLite endurecidos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por item enviado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discovery de IDs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Autopreenchimento de mapas via API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testes automatizados passando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508760"/>
            <a:ext cx="3108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508760"/>
            <a:ext cx="54864" cy="3291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(externo)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acesso ao iScholar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OBJ + DISC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recuperacao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Definicao de 'fechada'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3a serie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dados reais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 do shape da API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C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 voces para entrar em homologacao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do iScholar  ← MAIS URGENTE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719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 token de acesso no ambiente de homologacao. Sem ele, nao conseguimos testar nada com dados reais.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2E405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048A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Definicoes Pedagogicas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87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OBJ + DISC combinam? Recuperacao existe? O que e 'avaliacao fechada'? Regras da 3a serie?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2E405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18688"/>
            <a:ext cx="502920" cy="502920"/>
          </a:xfrm>
          <a:prstGeom prst="ellipse">
            <a:avLst/>
          </a:prstGeom>
          <a:solidFill>
            <a:srgbClr val="048A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Aprovado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4564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o modelo da planilha esta OK. Lista de disciplinas e professores com nomes exatos.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2E405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87368"/>
            <a:ext cx="502920" cy="502920"/>
          </a:xfrm>
          <a:prstGeom prst="ellipse">
            <a:avLst/>
          </a:prstGeom>
          <a:solidFill>
            <a:srgbClr val="048A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325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3-5 alunos de uma turma para o primeiro teste real. Acompanhar o lancamento juntos.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48A81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token + definicoes, entramos em homologacao em menos de 1 semana.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Madan → iScholar — Apresentação Técnica</dc:title>
  <dc:subject>PptxGenJS Presentation</dc:subject>
  <dc:creator>Pipeline Madan-iScholar</dc:creator>
  <cp:lastModifiedBy>Pipeline Madan-iScholar</cp:lastModifiedBy>
  <cp:revision>1</cp:revision>
  <dcterms:created xsi:type="dcterms:W3CDTF">2026-03-25T18:07:34Z</dcterms:created>
  <dcterms:modified xsi:type="dcterms:W3CDTF">2026-03-25T18:07:34Z</dcterms:modified>
</cp:coreProperties>
</file>